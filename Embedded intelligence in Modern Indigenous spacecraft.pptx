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Aptos Narrow" panose="020B0004020202020204" pitchFamily="34" charset="0"/>
      <p:regular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7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Embedded Intelligence in Modern Indigenous Spacecraft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Avionics, Edge AI, and Autonomous Systems</a:t>
            </a:r>
            <a:endParaRPr lang="en-US" sz="1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F9C00-ACE3-C880-69CA-0D9B82E5724D}"/>
              </a:ext>
            </a:extLst>
          </p:cNvPr>
          <p:cNvSpPr txBox="1"/>
          <p:nvPr/>
        </p:nvSpPr>
        <p:spPr>
          <a:xfrm>
            <a:off x="559837" y="5115260"/>
            <a:ext cx="1884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Narrow" panose="020B0004020202020204" pitchFamily="34" charset="0"/>
              </a:rPr>
              <a:t>JAI KISHORE N S</a:t>
            </a:r>
          </a:p>
          <a:p>
            <a:r>
              <a:rPr lang="en-US" dirty="0">
                <a:latin typeface="Aptos Narrow" panose="020B0004020202020204" pitchFamily="34" charset="0"/>
              </a:rPr>
              <a:t>KARTHIKEYAN S</a:t>
            </a:r>
            <a:endParaRPr lang="en-IN" dirty="0">
              <a:latin typeface="Aptos Narrow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0D44F-F64D-5DEC-141F-5934C2589711}"/>
              </a:ext>
            </a:extLst>
          </p:cNvPr>
          <p:cNvSpPr txBox="1"/>
          <p:nvPr/>
        </p:nvSpPr>
        <p:spPr>
          <a:xfrm>
            <a:off x="559837" y="4776706"/>
            <a:ext cx="1538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Presented By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6C12E-EE3B-C3F8-0B64-E8C3189FE6DE}"/>
              </a:ext>
            </a:extLst>
          </p:cNvPr>
          <p:cNvSpPr txBox="1"/>
          <p:nvPr/>
        </p:nvSpPr>
        <p:spPr>
          <a:xfrm>
            <a:off x="2755786" y="4758612"/>
            <a:ext cx="1773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Department of ECE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E0F631-6A2B-2CA2-93D1-962B1679B907}"/>
              </a:ext>
            </a:extLst>
          </p:cNvPr>
          <p:cNvSpPr txBox="1"/>
          <p:nvPr/>
        </p:nvSpPr>
        <p:spPr>
          <a:xfrm>
            <a:off x="2755786" y="5127945"/>
            <a:ext cx="3288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SSM INSTITUTE OF ENGINEERING</a:t>
            </a:r>
          </a:p>
          <a:p>
            <a:r>
              <a:rPr lang="en-US" sz="1600" dirty="0"/>
              <a:t>AND TECHNOLOGY, DINDIGUL.</a:t>
            </a:r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2024856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081510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387600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Shift to Autonomous Systems</a:t>
            </a:r>
            <a:endParaRPr lang="en-US" sz="5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F7EDB-F3C1-05F4-99F5-36C60F37E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90" y="0"/>
            <a:ext cx="56419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26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Ground-Centric to Onboard Intelligence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2183805"/>
            <a:ext cx="5548372" cy="314414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2226" y="1391146"/>
            <a:ext cx="3564245" cy="1568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8679" y="1561405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Legacy Architecture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218679" y="1918593"/>
            <a:ext cx="314753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systems relied on Ground Telemetry, Tracking, and Command (TTC) stations for all flight path processing — a fundamental bottleneck.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2226" y="3080544"/>
            <a:ext cx="3564245" cy="1568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8679" y="3250803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Latency Problem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218679" y="3607991"/>
            <a:ext cx="314753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Hypersonic ascent, orbital rendezvous, and re-entry demand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microsecond-scale response times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ground loops simply cannot provide.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2226" y="4769941"/>
            <a:ext cx="3564245" cy="13507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8679" y="4940201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Embedded Intelligence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218679" y="5297388"/>
            <a:ext cx="314753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Radiation-tolerant microcontrollers, FPGAs, and hard real-time operating systems (RTOS) now handle local intelligence onboard.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551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Guidance, Navigation, and Control (GNC)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02607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Multi-Sensor Fusion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NavIC &amp; GPS integration delivers precise position and velocity vectors. Ring Laser Gyros and Fiber Optic Gyros track angular rates with exceptional fidelity.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026073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Deterministic Processing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Extended Kalman Filters isolate structural vibration noise from rigid-body dynamics at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100+ Hz refresh rates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ensuring clean state estimation.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674838"/>
            <a:ext cx="3496877" cy="3067546"/>
          </a:xfrm>
          <a:prstGeom prst="roundRect">
            <a:avLst>
              <a:gd name="adj" fmla="val 25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87020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4568" y="3026073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62624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Closed-Loop Control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4034929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LQR and adaptive PID algorithms continuously adjust Thrust Vector Control actuators in real time, maintaining precise attitude authority.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432447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89101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95191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Indigenous Case Studies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01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ISRO's SPADEX: Autonomous Docking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11313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Mission Overview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030115"/>
            <a:ext cx="353428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SPADEX (Space Docking Experiment) demonstrates real-time autonomous docking between two small satellites — 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Chaser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without any ground intervention during the critical rendezvous phase.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537645"/>
            <a:ext cx="3534282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771404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Technical Achievements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4190206"/>
            <a:ext cx="3534282" cy="1917105"/>
          </a:xfrm>
          <a:prstGeom prst="rect">
            <a:avLst/>
          </a:prstGeom>
          <a:noFill/>
          <a:ln/>
        </p:spPr>
        <p:txBody>
          <a:bodyPr wrap="square" lIns="0" tIns="68047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optical rendezvous algorithms run directly on embedded vision processing boards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 Navigation fuses LIDAR, relative GPS, and star tracker data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millimeter-per-second precision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entirely onboard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996" y="2045097"/>
            <a:ext cx="6227408" cy="3528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93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Pushpak (RLV-TD): Autonomous Landing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074069"/>
            <a:ext cx="945035" cy="13915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5517" y="2263080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Terminal Approach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795517" y="2671763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flight control autonomously initiates the final approach sequence with no ground command loop.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65612"/>
            <a:ext cx="945035" cy="1391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95517" y="365462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Crosswind &amp; Glide-Path Correction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795517" y="4063305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Flight computers calculate complex crosswind corrections and glide-path trajectory adjustments in real time.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857155"/>
            <a:ext cx="945035" cy="1391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95517" y="5046166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Speed Transition &amp; Brake Deployment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795517" y="5454848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control manages the critical supersonic-to-subsonic transition, triggering brake deployment at precise thresholds.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45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Sector Innovation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33191"/>
            <a:ext cx="3083344" cy="1905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7512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Skyroot Aerospace — Vikram-S &amp; Vikram-1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83807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compact avionics built on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multi-node microcontroller boards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distributed sensor processing — bringing launch vehicle intelligence to a new scale of miniaturization.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033191"/>
            <a:ext cx="3083443" cy="1905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417512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Agnikul Cosmos — Agnibaan SORTED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4583807"/>
            <a:ext cx="5316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autopilot system controlling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electric pump-fed engines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thrust-vector actuators in real time — the world's first flight of a fully 3D-printed engine guided by embedded autonomy.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432447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89101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95191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AI and Orbital Computing</a:t>
            </a:r>
            <a:endParaRPr lang="en-US" sz="5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Onboard Processing vs. Traditional Telemetry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183326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Onboard Wins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252067"/>
            <a:ext cx="5226911" cy="220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fundamental constraint of ground-based telemetry is the speed of light combined with orbital geometry. A satellite in low Earth orbit may be in contact with a given ground station for only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8–12 minutes per pass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AI eliminates this dependency entirely. Processed intelligence — not raw sensor streams — is transmitted, slashing bandwidth requirements while enabling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truly autonomous operations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the entire orbit.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659" y="4630539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4861421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2392" y="4810720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disaster mitigation and rapid flood mapping are only possible when the spacecraft itself decides — not the ground.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02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Radiation Hardening and Fault Tolerance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68922"/>
            <a:ext cx="3496877" cy="3488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31070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92487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Triple Modular Redundancy (TMR)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628827"/>
            <a:ext cx="306806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identical processor cores run in parallel.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majority voter circuit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arbitrates the consensus output — a single bit-flip from cosmic radiation is silently corrected before it can propagate.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168922"/>
            <a:ext cx="3496877" cy="34888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31070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9248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Watchdog Failover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333552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Single Event Upsets (SEUs) are detected,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millisecond-level switching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transfers control to a redundant hot-backup controller — transparent to the mission timeline.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168922"/>
            <a:ext cx="3496877" cy="34888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31070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92487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Flash-Based FPGA Reconfiguration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628827"/>
            <a:ext cx="306806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In-orbit firmware updates allow engineers to reroute logic around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damaged gate arrays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discovered post-launch — turning hardware faults into a software problem.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D3757-9A5E-872C-1FF1-995F345C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9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6AEC89-1C10-2109-4736-AB02D8530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5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615</Words>
  <Application>Microsoft Office PowerPoint</Application>
  <PresentationFormat>Widescreen</PresentationFormat>
  <Paragraphs>73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</vt:lpstr>
      <vt:lpstr>Raleway</vt:lpstr>
      <vt:lpstr>Aptos Narrow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Jai Kishore</cp:lastModifiedBy>
  <cp:revision>6</cp:revision>
  <dcterms:created xsi:type="dcterms:W3CDTF">2026-08-27T11:18:22Z</dcterms:created>
  <dcterms:modified xsi:type="dcterms:W3CDTF">2026-09-19T07:21:08Z</dcterms:modified>
</cp:coreProperties>
</file>